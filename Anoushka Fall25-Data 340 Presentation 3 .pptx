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3F8892-B4BD-B9DF-CCB9-8DD07E1C8B48}" v="489" dt="2025-09-09T00:28:03.3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1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00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Downey" userId="08e647da3938462c" providerId="Windows Live" clId="Web-{5B3F8892-B4BD-B9DF-CCB9-8DD07E1C8B48}"/>
    <pc:docChg chg="addSld modSld addMainMaster delMainMaster">
      <pc:chgData name="Michael Downey" userId="08e647da3938462c" providerId="Windows Live" clId="Web-{5B3F8892-B4BD-B9DF-CCB9-8DD07E1C8B48}" dt="2025-09-09T00:28:02.452" v="534" actId="20577"/>
      <pc:docMkLst>
        <pc:docMk/>
      </pc:docMkLst>
      <pc:sldChg chg="addSp modSp mod setBg modClrScheme chgLayout">
        <pc:chgData name="Michael Downey" userId="08e647da3938462c" providerId="Windows Live" clId="Web-{5B3F8892-B4BD-B9DF-CCB9-8DD07E1C8B48}" dt="2025-09-09T00:28:02.452" v="534" actId="20577"/>
        <pc:sldMkLst>
          <pc:docMk/>
          <pc:sldMk cId="109857222" sldId="256"/>
        </pc:sldMkLst>
        <pc:spChg chg="mod">
          <ac:chgData name="Michael Downey" userId="08e647da3938462c" providerId="Windows Live" clId="Web-{5B3F8892-B4BD-B9DF-CCB9-8DD07E1C8B48}" dt="2025-09-09T00:00:34.088" v="5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Michael Downey" userId="08e647da3938462c" providerId="Windows Live" clId="Web-{5B3F8892-B4BD-B9DF-CCB9-8DD07E1C8B48}" dt="2025-09-09T00:28:02.452" v="534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Michael Downey" userId="08e647da3938462c" providerId="Windows Live" clId="Web-{5B3F8892-B4BD-B9DF-CCB9-8DD07E1C8B48}" dt="2025-09-09T00:00:22.854" v="0"/>
          <ac:spMkLst>
            <pc:docMk/>
            <pc:sldMk cId="109857222" sldId="256"/>
            <ac:spMk id="9" creationId="{19F9BF86-FE94-4517-B97D-026C7515E589}"/>
          </ac:spMkLst>
        </pc:spChg>
        <pc:picChg chg="add">
          <ac:chgData name="Michael Downey" userId="08e647da3938462c" providerId="Windows Live" clId="Web-{5B3F8892-B4BD-B9DF-CCB9-8DD07E1C8B48}" dt="2025-09-09T00:00:22.854" v="0"/>
          <ac:picMkLst>
            <pc:docMk/>
            <pc:sldMk cId="109857222" sldId="256"/>
            <ac:picMk id="4" creationId="{605D65AC-B075-01EE-ECED-3C437CA74F7C}"/>
          </ac:picMkLst>
        </pc:picChg>
        <pc:cxnChg chg="add">
          <ac:chgData name="Michael Downey" userId="08e647da3938462c" providerId="Windows Live" clId="Web-{5B3F8892-B4BD-B9DF-CCB9-8DD07E1C8B48}" dt="2025-09-09T00:00:22.854" v="0"/>
          <ac:cxnSpMkLst>
            <pc:docMk/>
            <pc:sldMk cId="109857222" sldId="256"/>
            <ac:cxnSpMk id="11" creationId="{6CA391F1-4B2C-521B-F6A5-52C74B30349D}"/>
          </ac:cxnSpMkLst>
        </pc:cxnChg>
      </pc:sldChg>
      <pc:sldChg chg="addSp delSp modSp new mod modClrScheme chgLayout">
        <pc:chgData name="Michael Downey" userId="08e647da3938462c" providerId="Windows Live" clId="Web-{5B3F8892-B4BD-B9DF-CCB9-8DD07E1C8B48}" dt="2025-09-09T00:07:57.290" v="204" actId="20577"/>
        <pc:sldMkLst>
          <pc:docMk/>
          <pc:sldMk cId="1259679415" sldId="257"/>
        </pc:sldMkLst>
        <pc:spChg chg="mod ord">
          <ac:chgData name="Michael Downey" userId="08e647da3938462c" providerId="Windows Live" clId="Web-{5B3F8892-B4BD-B9DF-CCB9-8DD07E1C8B48}" dt="2025-09-09T00:07:02.064" v="169" actId="20577"/>
          <ac:spMkLst>
            <pc:docMk/>
            <pc:sldMk cId="1259679415" sldId="257"/>
            <ac:spMk id="2" creationId="{EF3B2F36-DE15-4197-58F1-92BADE905857}"/>
          </ac:spMkLst>
        </pc:spChg>
        <pc:spChg chg="del">
          <ac:chgData name="Michael Downey" userId="08e647da3938462c" providerId="Windows Live" clId="Web-{5B3F8892-B4BD-B9DF-CCB9-8DD07E1C8B48}" dt="2025-09-09T00:02:49.822" v="74"/>
          <ac:spMkLst>
            <pc:docMk/>
            <pc:sldMk cId="1259679415" sldId="257"/>
            <ac:spMk id="3" creationId="{E53FC4A2-123F-4B4D-07E1-38055328AB2A}"/>
          </ac:spMkLst>
        </pc:spChg>
        <pc:spChg chg="add mod ord">
          <ac:chgData name="Michael Downey" userId="08e647da3938462c" providerId="Windows Live" clId="Web-{5B3F8892-B4BD-B9DF-CCB9-8DD07E1C8B48}" dt="2025-09-09T00:07:57.290" v="204" actId="20577"/>
          <ac:spMkLst>
            <pc:docMk/>
            <pc:sldMk cId="1259679415" sldId="257"/>
            <ac:spMk id="771" creationId="{F7DE59B9-3F75-E449-088F-159CD233D323}"/>
          </ac:spMkLst>
        </pc:spChg>
        <pc:graphicFrameChg chg="add mod ord modGraphic">
          <ac:chgData name="Michael Downey" userId="08e647da3938462c" providerId="Windows Live" clId="Web-{5B3F8892-B4BD-B9DF-CCB9-8DD07E1C8B48}" dt="2025-09-09T00:06:37.689" v="156"/>
          <ac:graphicFrameMkLst>
            <pc:docMk/>
            <pc:sldMk cId="1259679415" sldId="257"/>
            <ac:graphicFrameMk id="4" creationId="{1F32F201-C925-8A0B-447A-34BC116FD73A}"/>
          </ac:graphicFrameMkLst>
        </pc:graphicFrameChg>
      </pc:sldChg>
      <pc:sldChg chg="addSp delSp modSp new mod setBg modClrScheme chgLayout">
        <pc:chgData name="Michael Downey" userId="08e647da3938462c" providerId="Windows Live" clId="Web-{5B3F8892-B4BD-B9DF-CCB9-8DD07E1C8B48}" dt="2025-09-09T00:19:26.048" v="394" actId="20577"/>
        <pc:sldMkLst>
          <pc:docMk/>
          <pc:sldMk cId="1952708101" sldId="258"/>
        </pc:sldMkLst>
        <pc:spChg chg="mod ord">
          <ac:chgData name="Michael Downey" userId="08e647da3938462c" providerId="Windows Live" clId="Web-{5B3F8892-B4BD-B9DF-CCB9-8DD07E1C8B48}" dt="2025-09-09T00:19:17.455" v="393" actId="1076"/>
          <ac:spMkLst>
            <pc:docMk/>
            <pc:sldMk cId="1952708101" sldId="258"/>
            <ac:spMk id="2" creationId="{F06E3ABE-A6B7-49DA-CEF2-C5DEC1D35600}"/>
          </ac:spMkLst>
        </pc:spChg>
        <pc:spChg chg="add del mod ord">
          <ac:chgData name="Michael Downey" userId="08e647da3938462c" providerId="Windows Live" clId="Web-{5B3F8892-B4BD-B9DF-CCB9-8DD07E1C8B48}" dt="2025-09-09T00:09:17.935" v="213"/>
          <ac:spMkLst>
            <pc:docMk/>
            <pc:sldMk cId="1952708101" sldId="258"/>
            <ac:spMk id="3" creationId="{6789B843-58D3-E831-A8D3-1572C71AE0BE}"/>
          </ac:spMkLst>
        </pc:spChg>
        <pc:spChg chg="mod ord">
          <ac:chgData name="Michael Downey" userId="08e647da3938462c" providerId="Windows Live" clId="Web-{5B3F8892-B4BD-B9DF-CCB9-8DD07E1C8B48}" dt="2025-09-09T00:19:26.048" v="394" actId="20577"/>
          <ac:spMkLst>
            <pc:docMk/>
            <pc:sldMk cId="1952708101" sldId="258"/>
            <ac:spMk id="4" creationId="{173221CF-F48D-642F-89F5-28ACB001EF85}"/>
          </ac:spMkLst>
        </pc:spChg>
        <pc:spChg chg="add del mod">
          <ac:chgData name="Michael Downey" userId="08e647da3938462c" providerId="Windows Live" clId="Web-{5B3F8892-B4BD-B9DF-CCB9-8DD07E1C8B48}" dt="2025-09-09T00:11:23.375" v="236"/>
          <ac:spMkLst>
            <pc:docMk/>
            <pc:sldMk cId="1952708101" sldId="258"/>
            <ac:spMk id="19" creationId="{FCCC6FBA-4E44-3242-0CC2-279461CAFC16}"/>
          </ac:spMkLst>
        </pc:spChg>
        <pc:spChg chg="add del mod">
          <ac:chgData name="Michael Downey" userId="08e647da3938462c" providerId="Windows Live" clId="Web-{5B3F8892-B4BD-B9DF-CCB9-8DD07E1C8B48}" dt="2025-09-09T00:12:29.733" v="265"/>
          <ac:spMkLst>
            <pc:docMk/>
            <pc:sldMk cId="1952708101" sldId="258"/>
            <ac:spMk id="23" creationId="{9A6DAF2F-DA23-1040-2ACB-6432FAB4A19D}"/>
          </ac:spMkLst>
        </pc:spChg>
        <pc:spChg chg="add del mod">
          <ac:chgData name="Michael Downey" userId="08e647da3938462c" providerId="Windows Live" clId="Web-{5B3F8892-B4BD-B9DF-CCB9-8DD07E1C8B48}" dt="2025-09-09T00:17:57.564" v="385"/>
          <ac:spMkLst>
            <pc:docMk/>
            <pc:sldMk cId="1952708101" sldId="258"/>
            <ac:spMk id="26" creationId="{E0A5F595-0488-9F45-E81D-5C098F3989C7}"/>
          </ac:spMkLst>
        </pc:spChg>
        <pc:spChg chg="add del mod">
          <ac:chgData name="Michael Downey" userId="08e647da3938462c" providerId="Windows Live" clId="Web-{5B3F8892-B4BD-B9DF-CCB9-8DD07E1C8B48}" dt="2025-09-09T00:18:57.470" v="391"/>
          <ac:spMkLst>
            <pc:docMk/>
            <pc:sldMk cId="1952708101" sldId="258"/>
            <ac:spMk id="29" creationId="{3A162538-7A9D-1F89-170F-F82AABE7D385}"/>
          </ac:spMkLst>
        </pc:spChg>
        <pc:spChg chg="add">
          <ac:chgData name="Michael Downey" userId="08e647da3938462c" providerId="Windows Live" clId="Web-{5B3F8892-B4BD-B9DF-CCB9-8DD07E1C8B48}" dt="2025-09-09T00:18:37.954" v="389"/>
          <ac:spMkLst>
            <pc:docMk/>
            <pc:sldMk cId="1952708101" sldId="258"/>
            <ac:spMk id="34" creationId="{DBDA151C-5770-45E4-AAFF-59E7F403866D}"/>
          </ac:spMkLst>
        </pc:spChg>
        <pc:graphicFrameChg chg="add del mod">
          <ac:chgData name="Michael Downey" userId="08e647da3938462c" providerId="Windows Live" clId="Web-{5B3F8892-B4BD-B9DF-CCB9-8DD07E1C8B48}" dt="2025-09-09T00:08:25.167" v="207"/>
          <ac:graphicFrameMkLst>
            <pc:docMk/>
            <pc:sldMk cId="1952708101" sldId="258"/>
            <ac:graphicFrameMk id="6" creationId="{3E4DF208-0E28-63A8-C5BB-BF118997EEA0}"/>
          </ac:graphicFrameMkLst>
        </pc:graphicFrameChg>
        <pc:graphicFrameChg chg="add del mod ord modGraphic">
          <ac:chgData name="Michael Downey" userId="08e647da3938462c" providerId="Windows Live" clId="Web-{5B3F8892-B4BD-B9DF-CCB9-8DD07E1C8B48}" dt="2025-09-09T00:09:03.201" v="212"/>
          <ac:graphicFrameMkLst>
            <pc:docMk/>
            <pc:sldMk cId="1952708101" sldId="258"/>
            <ac:graphicFrameMk id="8" creationId="{24804871-1605-0074-60EA-9EC308E38082}"/>
          </ac:graphicFrameMkLst>
        </pc:graphicFrameChg>
        <pc:graphicFrameChg chg="add del mod ord modGraphic">
          <ac:chgData name="Michael Downey" userId="08e647da3938462c" providerId="Windows Live" clId="Web-{5B3F8892-B4BD-B9DF-CCB9-8DD07E1C8B48}" dt="2025-09-09T00:11:00.640" v="235"/>
          <ac:graphicFrameMkLst>
            <pc:docMk/>
            <pc:sldMk cId="1952708101" sldId="258"/>
            <ac:graphicFrameMk id="9" creationId="{75F52D1C-CF86-4E56-E460-D8B0CC4A979D}"/>
          </ac:graphicFrameMkLst>
        </pc:graphicFrameChg>
        <pc:graphicFrameChg chg="add del mod">
          <ac:chgData name="Michael Downey" userId="08e647da3938462c" providerId="Windows Live" clId="Web-{5B3F8892-B4BD-B9DF-CCB9-8DD07E1C8B48}" dt="2025-09-09T00:09:54.280" v="222"/>
          <ac:graphicFrameMkLst>
            <pc:docMk/>
            <pc:sldMk cId="1952708101" sldId="258"/>
            <ac:graphicFrameMk id="11" creationId="{11544EC2-DE44-C451-55E8-C9E684240451}"/>
          </ac:graphicFrameMkLst>
        </pc:graphicFrameChg>
        <pc:graphicFrameChg chg="add del mod">
          <ac:chgData name="Michael Downey" userId="08e647da3938462c" providerId="Windows Live" clId="Web-{5B3F8892-B4BD-B9DF-CCB9-8DD07E1C8B48}" dt="2025-09-09T00:10:08.281" v="224"/>
          <ac:graphicFrameMkLst>
            <pc:docMk/>
            <pc:sldMk cId="1952708101" sldId="258"/>
            <ac:graphicFrameMk id="13" creationId="{5552A1EE-94AB-7AA8-33DD-06B5DB5CE58C}"/>
          </ac:graphicFrameMkLst>
        </pc:graphicFrameChg>
        <pc:graphicFrameChg chg="add del mod">
          <ac:chgData name="Michael Downey" userId="08e647da3938462c" providerId="Windows Live" clId="Web-{5B3F8892-B4BD-B9DF-CCB9-8DD07E1C8B48}" dt="2025-09-09T00:10:25.093" v="226"/>
          <ac:graphicFrameMkLst>
            <pc:docMk/>
            <pc:sldMk cId="1952708101" sldId="258"/>
            <ac:graphicFrameMk id="15" creationId="{57BD9330-B8D6-2A41-C1A2-F0B3247AB578}"/>
          </ac:graphicFrameMkLst>
        </pc:graphicFrameChg>
        <pc:graphicFrameChg chg="add del mod modGraphic">
          <ac:chgData name="Michael Downey" userId="08e647da3938462c" providerId="Windows Live" clId="Web-{5B3F8892-B4BD-B9DF-CCB9-8DD07E1C8B48}" dt="2025-09-09T00:10:57.109" v="234"/>
          <ac:graphicFrameMkLst>
            <pc:docMk/>
            <pc:sldMk cId="1952708101" sldId="258"/>
            <ac:graphicFrameMk id="17" creationId="{838D2A7C-4DFC-282C-EE83-BEFA85C2F814}"/>
          </ac:graphicFrameMkLst>
        </pc:graphicFrameChg>
        <pc:graphicFrameChg chg="add del mod ord modGraphic">
          <ac:chgData name="Michael Downey" userId="08e647da3938462c" providerId="Windows Live" clId="Web-{5B3F8892-B4BD-B9DF-CCB9-8DD07E1C8B48}" dt="2025-09-09T00:11:48.296" v="264"/>
          <ac:graphicFrameMkLst>
            <pc:docMk/>
            <pc:sldMk cId="1952708101" sldId="258"/>
            <ac:graphicFrameMk id="21" creationId="{E457F3D0-2F94-2E2D-8F99-CA60E44F46FA}"/>
          </ac:graphicFrameMkLst>
        </pc:graphicFrameChg>
        <pc:graphicFrameChg chg="add mod ord modGraphic">
          <ac:chgData name="Michael Downey" userId="08e647da3938462c" providerId="Windows Live" clId="Web-{5B3F8892-B4BD-B9DF-CCB9-8DD07E1C8B48}" dt="2025-09-09T00:19:11.142" v="392" actId="1076"/>
          <ac:graphicFrameMkLst>
            <pc:docMk/>
            <pc:sldMk cId="1952708101" sldId="258"/>
            <ac:graphicFrameMk id="31" creationId="{8278E6BD-614A-99B9-8C24-39B9F951A290}"/>
          </ac:graphicFrameMkLst>
        </pc:graphicFrameChg>
        <pc:picChg chg="add del mod ord">
          <ac:chgData name="Michael Downey" userId="08e647da3938462c" providerId="Windows Live" clId="Web-{5B3F8892-B4BD-B9DF-CCB9-8DD07E1C8B48}" dt="2025-09-09T00:16:37.156" v="384"/>
          <ac:picMkLst>
            <pc:docMk/>
            <pc:sldMk cId="1952708101" sldId="258"/>
            <ac:picMk id="24" creationId="{48BD2F15-964A-A2A3-E1D0-D121CAAE4318}"/>
          </ac:picMkLst>
        </pc:picChg>
        <pc:picChg chg="add del mod ord">
          <ac:chgData name="Michael Downey" userId="08e647da3938462c" providerId="Windows Live" clId="Web-{5B3F8892-B4BD-B9DF-CCB9-8DD07E1C8B48}" dt="2025-09-09T00:18:49.642" v="390"/>
          <ac:picMkLst>
            <pc:docMk/>
            <pc:sldMk cId="1952708101" sldId="258"/>
            <ac:picMk id="27" creationId="{F8AE7EE2-3620-7CDB-72C6-1462CAD71728}"/>
          </ac:picMkLst>
        </pc:picChg>
        <pc:cxnChg chg="add">
          <ac:chgData name="Michael Downey" userId="08e647da3938462c" providerId="Windows Live" clId="Web-{5B3F8892-B4BD-B9DF-CCB9-8DD07E1C8B48}" dt="2025-09-09T00:18:37.954" v="389"/>
          <ac:cxnSpMkLst>
            <pc:docMk/>
            <pc:sldMk cId="1952708101" sldId="258"/>
            <ac:cxnSpMk id="32" creationId="{118E06E4-607B-144B-382B-AD3D06B1EE8C}"/>
          </ac:cxnSpMkLst>
        </pc:cxnChg>
        <pc:cxnChg chg="add">
          <ac:chgData name="Michael Downey" userId="08e647da3938462c" providerId="Windows Live" clId="Web-{5B3F8892-B4BD-B9DF-CCB9-8DD07E1C8B48}" dt="2025-09-09T00:18:37.954" v="389"/>
          <ac:cxnSpMkLst>
            <pc:docMk/>
            <pc:sldMk cId="1952708101" sldId="258"/>
            <ac:cxnSpMk id="36" creationId="{2EA0F4A6-3CC9-C9E2-BA02-58FA29F7DD8E}"/>
          </ac:cxnSpMkLst>
        </pc:cxnChg>
      </pc:sldChg>
      <pc:sldChg chg="modSp new">
        <pc:chgData name="Michael Downey" userId="08e647da3938462c" providerId="Windows Live" clId="Web-{5B3F8892-B4BD-B9DF-CCB9-8DD07E1C8B48}" dt="2025-09-09T00:27:33.591" v="525" actId="20577"/>
        <pc:sldMkLst>
          <pc:docMk/>
          <pc:sldMk cId="3684791328" sldId="259"/>
        </pc:sldMkLst>
        <pc:spChg chg="mod">
          <ac:chgData name="Michael Downey" userId="08e647da3938462c" providerId="Windows Live" clId="Web-{5B3F8892-B4BD-B9DF-CCB9-8DD07E1C8B48}" dt="2025-09-09T00:20:14.955" v="404" actId="20577"/>
          <ac:spMkLst>
            <pc:docMk/>
            <pc:sldMk cId="3684791328" sldId="259"/>
            <ac:spMk id="2" creationId="{1A18BBE1-30F8-DB19-4D93-BE87ACA381C9}"/>
          </ac:spMkLst>
        </pc:spChg>
        <pc:spChg chg="mod">
          <ac:chgData name="Michael Downey" userId="08e647da3938462c" providerId="Windows Live" clId="Web-{5B3F8892-B4BD-B9DF-CCB9-8DD07E1C8B48}" dt="2025-09-09T00:27:33.591" v="525" actId="20577"/>
          <ac:spMkLst>
            <pc:docMk/>
            <pc:sldMk cId="3684791328" sldId="259"/>
            <ac:spMk id="4" creationId="{F03B114D-1221-B0AD-CFA8-F7506A3C6601}"/>
          </ac:spMkLst>
        </pc:spChg>
      </pc:sldChg>
      <pc:sldChg chg="modSp add replId">
        <pc:chgData name="Michael Downey" userId="08e647da3938462c" providerId="Windows Live" clId="Web-{5B3F8892-B4BD-B9DF-CCB9-8DD07E1C8B48}" dt="2025-09-09T00:26:05.006" v="501" actId="20577"/>
        <pc:sldMkLst>
          <pc:docMk/>
          <pc:sldMk cId="3638988120" sldId="260"/>
        </pc:sldMkLst>
        <pc:spChg chg="mod">
          <ac:chgData name="Michael Downey" userId="08e647da3938462c" providerId="Windows Live" clId="Web-{5B3F8892-B4BD-B9DF-CCB9-8DD07E1C8B48}" dt="2025-09-09T00:20:25.517" v="406" actId="20577"/>
          <ac:spMkLst>
            <pc:docMk/>
            <pc:sldMk cId="3638988120" sldId="260"/>
            <ac:spMk id="2" creationId="{9FD12D32-FE55-50E1-0E0F-CF676B98DB7F}"/>
          </ac:spMkLst>
        </pc:spChg>
        <pc:spChg chg="mod">
          <ac:chgData name="Michael Downey" userId="08e647da3938462c" providerId="Windows Live" clId="Web-{5B3F8892-B4BD-B9DF-CCB9-8DD07E1C8B48}" dt="2025-09-09T00:26:05.006" v="501" actId="20577"/>
          <ac:spMkLst>
            <pc:docMk/>
            <pc:sldMk cId="3638988120" sldId="260"/>
            <ac:spMk id="4" creationId="{F1512C97-EDD6-D162-9578-96E193AFE161}"/>
          </ac:spMkLst>
        </pc:spChg>
      </pc:sldChg>
      <pc:sldChg chg="modSp add replId">
        <pc:chgData name="Michael Downey" userId="08e647da3938462c" providerId="Windows Live" clId="Web-{5B3F8892-B4BD-B9DF-CCB9-8DD07E1C8B48}" dt="2025-09-09T00:25:29.521" v="490" actId="20577"/>
        <pc:sldMkLst>
          <pc:docMk/>
          <pc:sldMk cId="2265078174" sldId="261"/>
        </pc:sldMkLst>
        <pc:spChg chg="mod">
          <ac:chgData name="Michael Downey" userId="08e647da3938462c" providerId="Windows Live" clId="Web-{5B3F8892-B4BD-B9DF-CCB9-8DD07E1C8B48}" dt="2025-09-09T00:20:34.986" v="412" actId="20577"/>
          <ac:spMkLst>
            <pc:docMk/>
            <pc:sldMk cId="2265078174" sldId="261"/>
            <ac:spMk id="2" creationId="{032C53C0-E0E7-D9DE-5461-6344B2D3B3F1}"/>
          </ac:spMkLst>
        </pc:spChg>
        <pc:spChg chg="mod">
          <ac:chgData name="Michael Downey" userId="08e647da3938462c" providerId="Windows Live" clId="Web-{5B3F8892-B4BD-B9DF-CCB9-8DD07E1C8B48}" dt="2025-09-09T00:25:29.521" v="490" actId="20577"/>
          <ac:spMkLst>
            <pc:docMk/>
            <pc:sldMk cId="2265078174" sldId="261"/>
            <ac:spMk id="4" creationId="{D20F5F73-22D2-F2CD-C6DD-ADE9A13E079C}"/>
          </ac:spMkLst>
        </pc:spChg>
      </pc:sldChg>
      <pc:sldChg chg="modSp add replId">
        <pc:chgData name="Michael Downey" userId="08e647da3938462c" providerId="Windows Live" clId="Web-{5B3F8892-B4BD-B9DF-CCB9-8DD07E1C8B48}" dt="2025-09-09T00:23:56.520" v="463" actId="20577"/>
        <pc:sldMkLst>
          <pc:docMk/>
          <pc:sldMk cId="1842864994" sldId="262"/>
        </pc:sldMkLst>
        <pc:spChg chg="mod">
          <ac:chgData name="Michael Downey" userId="08e647da3938462c" providerId="Windows Live" clId="Web-{5B3F8892-B4BD-B9DF-CCB9-8DD07E1C8B48}" dt="2025-09-09T00:20:47.892" v="414" actId="20577"/>
          <ac:spMkLst>
            <pc:docMk/>
            <pc:sldMk cId="1842864994" sldId="262"/>
            <ac:spMk id="2" creationId="{763B17A9-4470-BD1A-EAB9-89038D4217F0}"/>
          </ac:spMkLst>
        </pc:spChg>
        <pc:spChg chg="mod">
          <ac:chgData name="Michael Downey" userId="08e647da3938462c" providerId="Windows Live" clId="Web-{5B3F8892-B4BD-B9DF-CCB9-8DD07E1C8B48}" dt="2025-09-09T00:23:56.520" v="463" actId="20577"/>
          <ac:spMkLst>
            <pc:docMk/>
            <pc:sldMk cId="1842864994" sldId="262"/>
            <ac:spMk id="4" creationId="{0A9B02CE-910A-DA0D-C2F1-13CBEB7E8A9E}"/>
          </ac:spMkLst>
        </pc:spChg>
      </pc:sldChg>
      <pc:sldChg chg="modSp add replId">
        <pc:chgData name="Michael Downey" userId="08e647da3938462c" providerId="Windows Live" clId="Web-{5B3F8892-B4BD-B9DF-CCB9-8DD07E1C8B48}" dt="2025-09-09T00:23:27.129" v="452" actId="20577"/>
        <pc:sldMkLst>
          <pc:docMk/>
          <pc:sldMk cId="577780910" sldId="263"/>
        </pc:sldMkLst>
        <pc:spChg chg="mod">
          <ac:chgData name="Michael Downey" userId="08e647da3938462c" providerId="Windows Live" clId="Web-{5B3F8892-B4BD-B9DF-CCB9-8DD07E1C8B48}" dt="2025-09-09T00:21:13.064" v="421" actId="20577"/>
          <ac:spMkLst>
            <pc:docMk/>
            <pc:sldMk cId="577780910" sldId="263"/>
            <ac:spMk id="2" creationId="{22A0A821-6197-0D2F-6BC8-187CA7701BAF}"/>
          </ac:spMkLst>
        </pc:spChg>
        <pc:spChg chg="mod">
          <ac:chgData name="Michael Downey" userId="08e647da3938462c" providerId="Windows Live" clId="Web-{5B3F8892-B4BD-B9DF-CCB9-8DD07E1C8B48}" dt="2025-09-09T00:23:27.129" v="452" actId="20577"/>
          <ac:spMkLst>
            <pc:docMk/>
            <pc:sldMk cId="577780910" sldId="263"/>
            <ac:spMk id="4" creationId="{C1934A20-B50D-01BE-AD5D-A73ADEC10C63}"/>
          </ac:spMkLst>
        </pc:spChg>
      </pc:sldChg>
      <pc:sldChg chg="modSp add replId">
        <pc:chgData name="Michael Downey" userId="08e647da3938462c" providerId="Windows Live" clId="Web-{5B3F8892-B4BD-B9DF-CCB9-8DD07E1C8B48}" dt="2025-09-09T00:22:46.675" v="440" actId="20577"/>
        <pc:sldMkLst>
          <pc:docMk/>
          <pc:sldMk cId="4064235173" sldId="264"/>
        </pc:sldMkLst>
        <pc:spChg chg="mod">
          <ac:chgData name="Michael Downey" userId="08e647da3938462c" providerId="Windows Live" clId="Web-{5B3F8892-B4BD-B9DF-CCB9-8DD07E1C8B48}" dt="2025-09-09T00:21:28.439" v="425" actId="20577"/>
          <ac:spMkLst>
            <pc:docMk/>
            <pc:sldMk cId="4064235173" sldId="264"/>
            <ac:spMk id="2" creationId="{02B2FF5F-39E6-CABD-8616-9246629CB04F}"/>
          </ac:spMkLst>
        </pc:spChg>
        <pc:spChg chg="mod">
          <ac:chgData name="Michael Downey" userId="08e647da3938462c" providerId="Windows Live" clId="Web-{5B3F8892-B4BD-B9DF-CCB9-8DD07E1C8B48}" dt="2025-09-09T00:22:46.675" v="440" actId="20577"/>
          <ac:spMkLst>
            <pc:docMk/>
            <pc:sldMk cId="4064235173" sldId="264"/>
            <ac:spMk id="4" creationId="{A2095D40-4DC8-2F6A-07C1-F2C87B6010BB}"/>
          </ac:spMkLst>
        </pc:spChg>
      </pc:sldChg>
      <pc:sldMasterChg chg="del delSldLayout">
        <pc:chgData name="Michael Downey" userId="08e647da3938462c" providerId="Windows Live" clId="Web-{5B3F8892-B4BD-B9DF-CCB9-8DD07E1C8B48}" dt="2025-09-09T00:00:22.854" v="0"/>
        <pc:sldMasterMkLst>
          <pc:docMk/>
          <pc:sldMasterMk cId="2460954070" sldId="2147483660"/>
        </pc:sldMasterMkLst>
        <pc:sldLayoutChg chg="del">
          <pc:chgData name="Michael Downey" userId="08e647da3938462c" providerId="Windows Live" clId="Web-{5B3F8892-B4BD-B9DF-CCB9-8DD07E1C8B48}" dt="2025-09-09T00:00:22.854" v="0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Michael Downey" userId="08e647da3938462c" providerId="Windows Live" clId="Web-{5B3F8892-B4BD-B9DF-CCB9-8DD07E1C8B48}" dt="2025-09-09T00:00:22.854" v="0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Michael Downey" userId="08e647da3938462c" providerId="Windows Live" clId="Web-{5B3F8892-B4BD-B9DF-CCB9-8DD07E1C8B48}" dt="2025-09-09T00:00:22.854" v="0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Michael Downey" userId="08e647da3938462c" providerId="Windows Live" clId="Web-{5B3F8892-B4BD-B9DF-CCB9-8DD07E1C8B48}" dt="2025-09-09T00:00:22.854" v="0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Michael Downey" userId="08e647da3938462c" providerId="Windows Live" clId="Web-{5B3F8892-B4BD-B9DF-CCB9-8DD07E1C8B48}" dt="2025-09-09T00:00:22.854" v="0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Michael Downey" userId="08e647da3938462c" providerId="Windows Live" clId="Web-{5B3F8892-B4BD-B9DF-CCB9-8DD07E1C8B48}" dt="2025-09-09T00:00:22.854" v="0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Michael Downey" userId="08e647da3938462c" providerId="Windows Live" clId="Web-{5B3F8892-B4BD-B9DF-CCB9-8DD07E1C8B48}" dt="2025-09-09T00:00:22.854" v="0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Michael Downey" userId="08e647da3938462c" providerId="Windows Live" clId="Web-{5B3F8892-B4BD-B9DF-CCB9-8DD07E1C8B48}" dt="2025-09-09T00:00:22.854" v="0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Michael Downey" userId="08e647da3938462c" providerId="Windows Live" clId="Web-{5B3F8892-B4BD-B9DF-CCB9-8DD07E1C8B48}" dt="2025-09-09T00:00:22.854" v="0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Michael Downey" userId="08e647da3938462c" providerId="Windows Live" clId="Web-{5B3F8892-B4BD-B9DF-CCB9-8DD07E1C8B48}" dt="2025-09-09T00:00:22.854" v="0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Michael Downey" userId="08e647da3938462c" providerId="Windows Live" clId="Web-{5B3F8892-B4BD-B9DF-CCB9-8DD07E1C8B48}" dt="2025-09-09T00:00:22.854" v="0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">
        <pc:chgData name="Michael Downey" userId="08e647da3938462c" providerId="Windows Live" clId="Web-{5B3F8892-B4BD-B9DF-CCB9-8DD07E1C8B48}" dt="2025-09-09T00:00:22.854" v="0"/>
        <pc:sldMasterMkLst>
          <pc:docMk/>
          <pc:sldMasterMk cId="502025824" sldId="2147483698"/>
        </pc:sldMasterMkLst>
        <pc:sldLayoutChg chg="add">
          <pc:chgData name="Michael Downey" userId="08e647da3938462c" providerId="Windows Live" clId="Web-{5B3F8892-B4BD-B9DF-CCB9-8DD07E1C8B48}" dt="2025-09-09T00:00:22.854" v="0"/>
          <pc:sldLayoutMkLst>
            <pc:docMk/>
            <pc:sldMasterMk cId="502025824" sldId="2147483698"/>
            <pc:sldLayoutMk cId="2512202206" sldId="2147483687"/>
          </pc:sldLayoutMkLst>
        </pc:sldLayoutChg>
        <pc:sldLayoutChg chg="add">
          <pc:chgData name="Michael Downey" userId="08e647da3938462c" providerId="Windows Live" clId="Web-{5B3F8892-B4BD-B9DF-CCB9-8DD07E1C8B48}" dt="2025-09-09T00:00:22.854" v="0"/>
          <pc:sldLayoutMkLst>
            <pc:docMk/>
            <pc:sldMasterMk cId="502025824" sldId="2147483698"/>
            <pc:sldLayoutMk cId="3007302940" sldId="2147483688"/>
          </pc:sldLayoutMkLst>
        </pc:sldLayoutChg>
        <pc:sldLayoutChg chg="add">
          <pc:chgData name="Michael Downey" userId="08e647da3938462c" providerId="Windows Live" clId="Web-{5B3F8892-B4BD-B9DF-CCB9-8DD07E1C8B48}" dt="2025-09-09T00:00:22.854" v="0"/>
          <pc:sldLayoutMkLst>
            <pc:docMk/>
            <pc:sldMasterMk cId="502025824" sldId="2147483698"/>
            <pc:sldLayoutMk cId="1950818180" sldId="2147483689"/>
          </pc:sldLayoutMkLst>
        </pc:sldLayoutChg>
        <pc:sldLayoutChg chg="add">
          <pc:chgData name="Michael Downey" userId="08e647da3938462c" providerId="Windows Live" clId="Web-{5B3F8892-B4BD-B9DF-CCB9-8DD07E1C8B48}" dt="2025-09-09T00:00:22.854" v="0"/>
          <pc:sldLayoutMkLst>
            <pc:docMk/>
            <pc:sldMasterMk cId="502025824" sldId="2147483698"/>
            <pc:sldLayoutMk cId="3807717681" sldId="2147483690"/>
          </pc:sldLayoutMkLst>
        </pc:sldLayoutChg>
        <pc:sldLayoutChg chg="add">
          <pc:chgData name="Michael Downey" userId="08e647da3938462c" providerId="Windows Live" clId="Web-{5B3F8892-B4BD-B9DF-CCB9-8DD07E1C8B48}" dt="2025-09-09T00:00:22.854" v="0"/>
          <pc:sldLayoutMkLst>
            <pc:docMk/>
            <pc:sldMasterMk cId="502025824" sldId="2147483698"/>
            <pc:sldLayoutMk cId="832457567" sldId="2147483691"/>
          </pc:sldLayoutMkLst>
        </pc:sldLayoutChg>
        <pc:sldLayoutChg chg="add">
          <pc:chgData name="Michael Downey" userId="08e647da3938462c" providerId="Windows Live" clId="Web-{5B3F8892-B4BD-B9DF-CCB9-8DD07E1C8B48}" dt="2025-09-09T00:00:22.854" v="0"/>
          <pc:sldLayoutMkLst>
            <pc:docMk/>
            <pc:sldMasterMk cId="502025824" sldId="2147483698"/>
            <pc:sldLayoutMk cId="1312080773" sldId="2147483692"/>
          </pc:sldLayoutMkLst>
        </pc:sldLayoutChg>
        <pc:sldLayoutChg chg="add">
          <pc:chgData name="Michael Downey" userId="08e647da3938462c" providerId="Windows Live" clId="Web-{5B3F8892-B4BD-B9DF-CCB9-8DD07E1C8B48}" dt="2025-09-09T00:00:22.854" v="0"/>
          <pc:sldLayoutMkLst>
            <pc:docMk/>
            <pc:sldMasterMk cId="502025824" sldId="2147483698"/>
            <pc:sldLayoutMk cId="3895641096" sldId="2147483693"/>
          </pc:sldLayoutMkLst>
        </pc:sldLayoutChg>
        <pc:sldLayoutChg chg="add">
          <pc:chgData name="Michael Downey" userId="08e647da3938462c" providerId="Windows Live" clId="Web-{5B3F8892-B4BD-B9DF-CCB9-8DD07E1C8B48}" dt="2025-09-09T00:00:22.854" v="0"/>
          <pc:sldLayoutMkLst>
            <pc:docMk/>
            <pc:sldMasterMk cId="502025824" sldId="2147483698"/>
            <pc:sldLayoutMk cId="976598570" sldId="2147483694"/>
          </pc:sldLayoutMkLst>
        </pc:sldLayoutChg>
        <pc:sldLayoutChg chg="add">
          <pc:chgData name="Michael Downey" userId="08e647da3938462c" providerId="Windows Live" clId="Web-{5B3F8892-B4BD-B9DF-CCB9-8DD07E1C8B48}" dt="2025-09-09T00:00:22.854" v="0"/>
          <pc:sldLayoutMkLst>
            <pc:docMk/>
            <pc:sldMasterMk cId="502025824" sldId="2147483698"/>
            <pc:sldLayoutMk cId="979724758" sldId="2147483695"/>
          </pc:sldLayoutMkLst>
        </pc:sldLayoutChg>
        <pc:sldLayoutChg chg="add">
          <pc:chgData name="Michael Downey" userId="08e647da3938462c" providerId="Windows Live" clId="Web-{5B3F8892-B4BD-B9DF-CCB9-8DD07E1C8B48}" dt="2025-09-09T00:00:22.854" v="0"/>
          <pc:sldLayoutMkLst>
            <pc:docMk/>
            <pc:sldMasterMk cId="502025824" sldId="2147483698"/>
            <pc:sldLayoutMk cId="3884333684" sldId="2147483696"/>
          </pc:sldLayoutMkLst>
        </pc:sldLayoutChg>
        <pc:sldLayoutChg chg="add">
          <pc:chgData name="Michael Downey" userId="08e647da3938462c" providerId="Windows Live" clId="Web-{5B3F8892-B4BD-B9DF-CCB9-8DD07E1C8B48}" dt="2025-09-09T00:00:22.854" v="0"/>
          <pc:sldLayoutMkLst>
            <pc:docMk/>
            <pc:sldMasterMk cId="502025824" sldId="2147483698"/>
            <pc:sldLayoutMk cId="1402889996" sldId="2147483697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anoushkagurung/Downloads/Anoushka%20-%20Project_Work_Data%20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/Users/anoushkagurung/Downloads/Anoushka%20-%20Project_Work_Data%20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[Anoushka - Project_Work_Data .xlsx]Yearly Profit!PivotTable8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Profit By Year</a:t>
            </a:r>
          </a:p>
        </c:rich>
      </c:tx>
      <c:overlay val="0"/>
      <c:spPr>
        <a:noFill/>
        <a:ln>
          <a:noFill/>
          <a:prstDash val="solid"/>
        </a:ln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  <a:prstDash val="solid"/>
          </a:ln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  <a:prstDash val="solid"/>
          </a:ln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  <a:prstDash val="solid"/>
          </a:ln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'Yearly Profit'!$B$1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cat>
            <c:strRef>
              <c:f>'Yearly Profit'!$A$2:$A$9</c:f>
              <c:strCache>
                <c:ptCount val="7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2024</c:v>
                </c:pt>
              </c:strCache>
            </c:strRef>
          </c:cat>
          <c:val>
            <c:numRef>
              <c:f>'Yearly Profit'!$B$2:$B$9</c:f>
              <c:numCache>
                <c:formatCode>General</c:formatCode>
                <c:ptCount val="7"/>
                <c:pt idx="0">
                  <c:v>81329</c:v>
                </c:pt>
                <c:pt idx="1">
                  <c:v>242845</c:v>
                </c:pt>
                <c:pt idx="2">
                  <c:v>558440</c:v>
                </c:pt>
                <c:pt idx="3">
                  <c:v>876423</c:v>
                </c:pt>
                <c:pt idx="4">
                  <c:v>666822</c:v>
                </c:pt>
                <c:pt idx="5">
                  <c:v>356851</c:v>
                </c:pt>
                <c:pt idx="6">
                  <c:v>11815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4D-C24E-9872-D9B53D46D2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951552"/>
        <c:axId val="42953264"/>
      </c:barChart>
      <c:catAx>
        <c:axId val="42951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P"/>
          </a:p>
        </c:txPr>
        <c:crossAx val="42953264"/>
        <c:crosses val="autoZero"/>
        <c:auto val="1"/>
        <c:lblAlgn val="ctr"/>
        <c:lblOffset val="100"/>
        <c:noMultiLvlLbl val="0"/>
      </c:catAx>
      <c:valAx>
        <c:axId val="42953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P"/>
          </a:p>
        </c:txPr>
        <c:crossAx val="4295155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[Anoushka - Project_Work_Data .xlsx]Product Profitability!PivotTable9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Profit by Customer Category</a:t>
            </a:r>
          </a:p>
        </c:rich>
      </c:tx>
      <c:layout>
        <c:manualLayout>
          <c:xMode val="edge"/>
          <c:yMode val="edge"/>
          <c:x val="0.35468581687612211"/>
          <c:y val="4.0756914119359527E-2"/>
        </c:manualLayout>
      </c:layout>
      <c:overlay val="0"/>
      <c:spPr>
        <a:noFill/>
        <a:ln>
          <a:noFill/>
          <a:prstDash val="solid"/>
        </a:ln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  <a:prstDash val="solid"/>
          </a:ln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  <a:prstDash val="solid"/>
          </a:ln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  <a:prstDash val="solid"/>
          </a:ln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'Product Profitability'!$B$3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</c:spPr>
          <c:invertIfNegative val="0"/>
          <c:cat>
            <c:strRef>
              <c:f>'Product Profitability'!$A$4:$A$11</c:f>
              <c:strCache>
                <c:ptCount val="7"/>
                <c:pt idx="0">
                  <c:v>Community &amp; Government</c:v>
                </c:pt>
                <c:pt idx="1">
                  <c:v>Corporate &amp; Professional</c:v>
                </c:pt>
                <c:pt idx="2">
                  <c:v>Creative &amp; Technology</c:v>
                </c:pt>
                <c:pt idx="3">
                  <c:v>Education</c:v>
                </c:pt>
                <c:pt idx="4">
                  <c:v>Facilities &amp; Services</c:v>
                </c:pt>
                <c:pt idx="5">
                  <c:v>Healthcare &amp; Safety</c:v>
                </c:pt>
                <c:pt idx="6">
                  <c:v>Sports &amp; Recreation</c:v>
                </c:pt>
              </c:strCache>
            </c:strRef>
          </c:cat>
          <c:val>
            <c:numRef>
              <c:f>'Product Profitability'!$B$4:$B$11</c:f>
              <c:numCache>
                <c:formatCode>General</c:formatCode>
                <c:ptCount val="7"/>
                <c:pt idx="0">
                  <c:v>384072</c:v>
                </c:pt>
                <c:pt idx="1">
                  <c:v>454540</c:v>
                </c:pt>
                <c:pt idx="2">
                  <c:v>490010</c:v>
                </c:pt>
                <c:pt idx="3">
                  <c:v>351440</c:v>
                </c:pt>
                <c:pt idx="4">
                  <c:v>435696</c:v>
                </c:pt>
                <c:pt idx="5">
                  <c:v>326652</c:v>
                </c:pt>
                <c:pt idx="6">
                  <c:v>406490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EC-D244-8908-96244307C1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2010989024"/>
        <c:axId val="1886853056"/>
      </c:barChart>
      <c:catAx>
        <c:axId val="2010989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P"/>
          </a:p>
        </c:txPr>
        <c:crossAx val="1886853056"/>
        <c:crosses val="autoZero"/>
        <c:auto val="1"/>
        <c:lblAlgn val="ctr"/>
        <c:lblOffset val="100"/>
        <c:noMultiLvlLbl val="0"/>
      </c:catAx>
      <c:valAx>
        <c:axId val="1886853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</c:spPr>
        </c:majorGridlines>
        <c:numFmt formatCode="[$$-45C]#,##0;[Red][$$-45C]#,##0" sourceLinked="0"/>
        <c:majorTickMark val="none"/>
        <c:minorTickMark val="none"/>
        <c:tickLblPos val="nextTo"/>
        <c:spPr>
          <a:noFill/>
          <a:ln>
            <a:noFill/>
            <a:prstDash val="solid"/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P"/>
          </a:p>
        </c:txPr>
        <c:crossAx val="201098902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4D1BD5-5A6D-4BF9-A950-AF56AD7BCE18}" type="doc">
      <dgm:prSet loTypeId="urn:microsoft.com/office/officeart/2005/8/layout/cycle3" loCatId="cycle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C156E73-BA21-40CF-BCAF-9334884901DA}">
      <dgm:prSet phldrT="[Text]" phldr="0"/>
      <dgm:spPr/>
      <dgm:t>
        <a:bodyPr/>
        <a:lstStyle/>
        <a:p>
          <a:pPr rtl="0"/>
          <a:r>
            <a:rPr lang="en-US" dirty="0">
              <a:latin typeface="Grandview Display"/>
            </a:rPr>
            <a:t>Data Discovery and Exploration</a:t>
          </a:r>
          <a:endParaRPr lang="en-US" dirty="0"/>
        </a:p>
      </dgm:t>
    </dgm:pt>
    <dgm:pt modelId="{50D81AA2-D872-4DEC-9AF4-F71830503867}" type="parTrans" cxnId="{994D821A-C110-45EF-A59C-51FBE74C7A6B}">
      <dgm:prSet/>
      <dgm:spPr/>
      <dgm:t>
        <a:bodyPr/>
        <a:lstStyle/>
        <a:p>
          <a:endParaRPr lang="en-US"/>
        </a:p>
      </dgm:t>
    </dgm:pt>
    <dgm:pt modelId="{63B4D2EB-B1F4-4A4E-99AF-A1B162F8FF4E}" type="sibTrans" cxnId="{994D821A-C110-45EF-A59C-51FBE74C7A6B}">
      <dgm:prSet/>
      <dgm:spPr/>
      <dgm:t>
        <a:bodyPr/>
        <a:lstStyle/>
        <a:p>
          <a:endParaRPr lang="en-US"/>
        </a:p>
      </dgm:t>
    </dgm:pt>
    <dgm:pt modelId="{342B9F8D-6A43-45E6-9302-596C46D36394}">
      <dgm:prSet phldrT="[Text]" phldr="0"/>
      <dgm:spPr/>
      <dgm:t>
        <a:bodyPr/>
        <a:lstStyle/>
        <a:p>
          <a:r>
            <a:rPr lang="en-US" dirty="0">
              <a:latin typeface="Grandview Display"/>
            </a:rPr>
            <a:t>Pre-Processing</a:t>
          </a:r>
          <a:endParaRPr lang="en-US" dirty="0"/>
        </a:p>
      </dgm:t>
    </dgm:pt>
    <dgm:pt modelId="{E109C258-9961-4FBC-9020-0AB83E9A8CF6}" type="parTrans" cxnId="{A6D32859-E8EE-4562-83C8-32174FBA3CF9}">
      <dgm:prSet/>
      <dgm:spPr/>
      <dgm:t>
        <a:bodyPr/>
        <a:lstStyle/>
        <a:p>
          <a:endParaRPr lang="en-US"/>
        </a:p>
      </dgm:t>
    </dgm:pt>
    <dgm:pt modelId="{15ED5B47-3EFD-459C-A3D0-9A8475A08EC4}" type="sibTrans" cxnId="{A6D32859-E8EE-4562-83C8-32174FBA3CF9}">
      <dgm:prSet/>
      <dgm:spPr/>
      <dgm:t>
        <a:bodyPr/>
        <a:lstStyle/>
        <a:p>
          <a:endParaRPr lang="en-US"/>
        </a:p>
      </dgm:t>
    </dgm:pt>
    <dgm:pt modelId="{DAF406DF-4C14-49F1-9CBB-ECE05581465F}">
      <dgm:prSet phldrT="[Text]" phldr="0"/>
      <dgm:spPr/>
      <dgm:t>
        <a:bodyPr/>
        <a:lstStyle/>
        <a:p>
          <a:pPr rtl="0"/>
          <a:r>
            <a:rPr lang="en-US" dirty="0">
              <a:latin typeface="Grandview Display"/>
            </a:rPr>
            <a:t>Data Mining</a:t>
          </a:r>
          <a:endParaRPr lang="en-US" dirty="0"/>
        </a:p>
      </dgm:t>
    </dgm:pt>
    <dgm:pt modelId="{58F7D2F7-69E3-4280-BC0C-8D80C2FD2A74}" type="parTrans" cxnId="{30682E33-F191-4B92-B645-4B005DA65D48}">
      <dgm:prSet/>
      <dgm:spPr/>
      <dgm:t>
        <a:bodyPr/>
        <a:lstStyle/>
        <a:p>
          <a:endParaRPr lang="en-US"/>
        </a:p>
      </dgm:t>
    </dgm:pt>
    <dgm:pt modelId="{9CC711FF-855A-4E7F-BB9C-03539D6A73D3}" type="sibTrans" cxnId="{30682E33-F191-4B92-B645-4B005DA65D48}">
      <dgm:prSet/>
      <dgm:spPr/>
      <dgm:t>
        <a:bodyPr/>
        <a:lstStyle/>
        <a:p>
          <a:endParaRPr lang="en-US"/>
        </a:p>
      </dgm:t>
    </dgm:pt>
    <dgm:pt modelId="{9D9299F3-1D87-4400-A2CE-19F89C65AE37}">
      <dgm:prSet phldrT="[Text]" phldr="0"/>
      <dgm:spPr/>
      <dgm:t>
        <a:bodyPr/>
        <a:lstStyle/>
        <a:p>
          <a:pPr rtl="0"/>
          <a:r>
            <a:rPr lang="en-US" dirty="0">
              <a:latin typeface="Grandview Display"/>
            </a:rPr>
            <a:t>Information Developement</a:t>
          </a:r>
          <a:endParaRPr lang="en-US" dirty="0"/>
        </a:p>
      </dgm:t>
    </dgm:pt>
    <dgm:pt modelId="{44B912F0-03D3-4F0A-A18B-DEBCAABEF5F6}" type="parTrans" cxnId="{F91758B4-B8E4-46DA-A070-8CCE41DB9399}">
      <dgm:prSet/>
      <dgm:spPr/>
      <dgm:t>
        <a:bodyPr/>
        <a:lstStyle/>
        <a:p>
          <a:endParaRPr lang="en-US"/>
        </a:p>
      </dgm:t>
    </dgm:pt>
    <dgm:pt modelId="{DA4FA022-414C-472C-95CD-85E30228FF9F}" type="sibTrans" cxnId="{F91758B4-B8E4-46DA-A070-8CCE41DB9399}">
      <dgm:prSet/>
      <dgm:spPr/>
      <dgm:t>
        <a:bodyPr/>
        <a:lstStyle/>
        <a:p>
          <a:endParaRPr lang="en-US"/>
        </a:p>
      </dgm:t>
    </dgm:pt>
    <dgm:pt modelId="{5EF0B349-8CB0-4F21-BB57-9A6C05269754}">
      <dgm:prSet phldrT="[Text]" phldr="0"/>
      <dgm:spPr/>
      <dgm:t>
        <a:bodyPr/>
        <a:lstStyle/>
        <a:p>
          <a:pPr rtl="0"/>
          <a:r>
            <a:rPr lang="en-US" dirty="0">
              <a:latin typeface="Grandview Display"/>
            </a:rPr>
            <a:t>Outcome Communication</a:t>
          </a:r>
          <a:endParaRPr lang="en-US" dirty="0"/>
        </a:p>
      </dgm:t>
    </dgm:pt>
    <dgm:pt modelId="{9F8FA470-5D31-488D-BFE8-BA5CEF5DC915}" type="parTrans" cxnId="{0668B819-0D5E-4688-8EC2-F1FEE467FB30}">
      <dgm:prSet/>
      <dgm:spPr/>
      <dgm:t>
        <a:bodyPr/>
        <a:lstStyle/>
        <a:p>
          <a:endParaRPr lang="en-US"/>
        </a:p>
      </dgm:t>
    </dgm:pt>
    <dgm:pt modelId="{323EFC83-E4EB-4A45-9EA0-FD1D8C52D281}" type="sibTrans" cxnId="{0668B819-0D5E-4688-8EC2-F1FEE467FB30}">
      <dgm:prSet/>
      <dgm:spPr/>
      <dgm:t>
        <a:bodyPr/>
        <a:lstStyle/>
        <a:p>
          <a:endParaRPr lang="en-US"/>
        </a:p>
      </dgm:t>
    </dgm:pt>
    <dgm:pt modelId="{AD1A0F24-4774-466B-970E-F7A40BA2C8CB}">
      <dgm:prSet phldr="0"/>
      <dgm:spPr/>
      <dgm:t>
        <a:bodyPr/>
        <a:lstStyle/>
        <a:p>
          <a:pPr rtl="0"/>
          <a:r>
            <a:rPr lang="en-US" dirty="0">
              <a:latin typeface="Grandview Display"/>
            </a:rPr>
            <a:t>Post-Processing</a:t>
          </a:r>
        </a:p>
      </dgm:t>
    </dgm:pt>
    <dgm:pt modelId="{78A51EE4-EF90-422C-9ED2-88964232B940}" type="parTrans" cxnId="{6155D85F-A7BC-4F05-88C4-E9745578270B}">
      <dgm:prSet/>
      <dgm:spPr/>
      <dgm:t>
        <a:bodyPr/>
        <a:lstStyle/>
        <a:p>
          <a:endParaRPr lang="en-US"/>
        </a:p>
      </dgm:t>
    </dgm:pt>
    <dgm:pt modelId="{2F15E272-9026-4EE0-8A78-31E86FD80909}" type="sibTrans" cxnId="{6155D85F-A7BC-4F05-88C4-E9745578270B}">
      <dgm:prSet/>
      <dgm:spPr/>
      <dgm:t>
        <a:bodyPr/>
        <a:lstStyle/>
        <a:p>
          <a:endParaRPr lang="en-US"/>
        </a:p>
      </dgm:t>
    </dgm:pt>
    <dgm:pt modelId="{8503C30E-57F8-4FD9-B773-8A78E3A41C8A}" type="pres">
      <dgm:prSet presAssocID="{CF4D1BD5-5A6D-4BF9-A950-AF56AD7BCE18}" presName="Name0" presStyleCnt="0">
        <dgm:presLayoutVars>
          <dgm:dir/>
          <dgm:resizeHandles val="exact"/>
        </dgm:presLayoutVars>
      </dgm:prSet>
      <dgm:spPr/>
    </dgm:pt>
    <dgm:pt modelId="{B7B30AB4-30F2-49BF-B06B-6409F3AEFE08}" type="pres">
      <dgm:prSet presAssocID="{CF4D1BD5-5A6D-4BF9-A950-AF56AD7BCE18}" presName="cycle" presStyleCnt="0"/>
      <dgm:spPr/>
    </dgm:pt>
    <dgm:pt modelId="{8CAA299D-682C-4705-B469-9873DF3F284C}" type="pres">
      <dgm:prSet presAssocID="{9C156E73-BA21-40CF-BCAF-9334884901DA}" presName="nodeFirstNode" presStyleLbl="node1" presStyleIdx="0" presStyleCnt="6">
        <dgm:presLayoutVars>
          <dgm:bulletEnabled val="1"/>
        </dgm:presLayoutVars>
      </dgm:prSet>
      <dgm:spPr/>
    </dgm:pt>
    <dgm:pt modelId="{70C449D7-3047-4927-A267-24D5459F8764}" type="pres">
      <dgm:prSet presAssocID="{63B4D2EB-B1F4-4A4E-99AF-A1B162F8FF4E}" presName="sibTransFirstNode" presStyleLbl="bgShp" presStyleIdx="0" presStyleCnt="1"/>
      <dgm:spPr/>
    </dgm:pt>
    <dgm:pt modelId="{955992B9-1124-490A-BEBC-942E8103EA1D}" type="pres">
      <dgm:prSet presAssocID="{342B9F8D-6A43-45E6-9302-596C46D36394}" presName="nodeFollowingNodes" presStyleLbl="node1" presStyleIdx="1" presStyleCnt="6">
        <dgm:presLayoutVars>
          <dgm:bulletEnabled val="1"/>
        </dgm:presLayoutVars>
      </dgm:prSet>
      <dgm:spPr/>
    </dgm:pt>
    <dgm:pt modelId="{21C67018-8477-48BC-AFF7-942B536B0F71}" type="pres">
      <dgm:prSet presAssocID="{DAF406DF-4C14-49F1-9CBB-ECE05581465F}" presName="nodeFollowingNodes" presStyleLbl="node1" presStyleIdx="2" presStyleCnt="6">
        <dgm:presLayoutVars>
          <dgm:bulletEnabled val="1"/>
        </dgm:presLayoutVars>
      </dgm:prSet>
      <dgm:spPr/>
    </dgm:pt>
    <dgm:pt modelId="{00884E90-C766-4882-B77E-E9AFA57FA0FF}" type="pres">
      <dgm:prSet presAssocID="{AD1A0F24-4774-466B-970E-F7A40BA2C8CB}" presName="nodeFollowingNodes" presStyleLbl="node1" presStyleIdx="3" presStyleCnt="6">
        <dgm:presLayoutVars>
          <dgm:bulletEnabled val="1"/>
        </dgm:presLayoutVars>
      </dgm:prSet>
      <dgm:spPr/>
    </dgm:pt>
    <dgm:pt modelId="{97F94DB8-28D3-40F6-B21C-E564D46C2689}" type="pres">
      <dgm:prSet presAssocID="{9D9299F3-1D87-4400-A2CE-19F89C65AE37}" presName="nodeFollowingNodes" presStyleLbl="node1" presStyleIdx="4" presStyleCnt="6">
        <dgm:presLayoutVars>
          <dgm:bulletEnabled val="1"/>
        </dgm:presLayoutVars>
      </dgm:prSet>
      <dgm:spPr/>
    </dgm:pt>
    <dgm:pt modelId="{74F887BA-9C49-44B0-BD0E-045C0DB59A27}" type="pres">
      <dgm:prSet presAssocID="{5EF0B349-8CB0-4F21-BB57-9A6C05269754}" presName="nodeFollowingNodes" presStyleLbl="node1" presStyleIdx="5" presStyleCnt="6">
        <dgm:presLayoutVars>
          <dgm:bulletEnabled val="1"/>
        </dgm:presLayoutVars>
      </dgm:prSet>
      <dgm:spPr/>
    </dgm:pt>
  </dgm:ptLst>
  <dgm:cxnLst>
    <dgm:cxn modelId="{74921809-D441-4D65-8E84-2E0013BD7500}" type="presOf" srcId="{9D9299F3-1D87-4400-A2CE-19F89C65AE37}" destId="{97F94DB8-28D3-40F6-B21C-E564D46C2689}" srcOrd="0" destOrd="0" presId="urn:microsoft.com/office/officeart/2005/8/layout/cycle3"/>
    <dgm:cxn modelId="{0668B819-0D5E-4688-8EC2-F1FEE467FB30}" srcId="{CF4D1BD5-5A6D-4BF9-A950-AF56AD7BCE18}" destId="{5EF0B349-8CB0-4F21-BB57-9A6C05269754}" srcOrd="5" destOrd="0" parTransId="{9F8FA470-5D31-488D-BFE8-BA5CEF5DC915}" sibTransId="{323EFC83-E4EB-4A45-9EA0-FD1D8C52D281}"/>
    <dgm:cxn modelId="{994D821A-C110-45EF-A59C-51FBE74C7A6B}" srcId="{CF4D1BD5-5A6D-4BF9-A950-AF56AD7BCE18}" destId="{9C156E73-BA21-40CF-BCAF-9334884901DA}" srcOrd="0" destOrd="0" parTransId="{50D81AA2-D872-4DEC-9AF4-F71830503867}" sibTransId="{63B4D2EB-B1F4-4A4E-99AF-A1B162F8FF4E}"/>
    <dgm:cxn modelId="{30682E33-F191-4B92-B645-4B005DA65D48}" srcId="{CF4D1BD5-5A6D-4BF9-A950-AF56AD7BCE18}" destId="{DAF406DF-4C14-49F1-9CBB-ECE05581465F}" srcOrd="2" destOrd="0" parTransId="{58F7D2F7-69E3-4280-BC0C-8D80C2FD2A74}" sibTransId="{9CC711FF-855A-4E7F-BB9C-03539D6A73D3}"/>
    <dgm:cxn modelId="{346A6A3D-71CF-4F08-9F25-12C374EA29E8}" type="presOf" srcId="{DAF406DF-4C14-49F1-9CBB-ECE05581465F}" destId="{21C67018-8477-48BC-AFF7-942B536B0F71}" srcOrd="0" destOrd="0" presId="urn:microsoft.com/office/officeart/2005/8/layout/cycle3"/>
    <dgm:cxn modelId="{CA330551-B1AD-495D-8C03-6DE55E1DAAB8}" type="presOf" srcId="{63B4D2EB-B1F4-4A4E-99AF-A1B162F8FF4E}" destId="{70C449D7-3047-4927-A267-24D5459F8764}" srcOrd="0" destOrd="0" presId="urn:microsoft.com/office/officeart/2005/8/layout/cycle3"/>
    <dgm:cxn modelId="{A6D32859-E8EE-4562-83C8-32174FBA3CF9}" srcId="{CF4D1BD5-5A6D-4BF9-A950-AF56AD7BCE18}" destId="{342B9F8D-6A43-45E6-9302-596C46D36394}" srcOrd="1" destOrd="0" parTransId="{E109C258-9961-4FBC-9020-0AB83E9A8CF6}" sibTransId="{15ED5B47-3EFD-459C-A3D0-9A8475A08EC4}"/>
    <dgm:cxn modelId="{2EA1135C-0B0A-46BD-A35F-E92642D11471}" type="presOf" srcId="{CF4D1BD5-5A6D-4BF9-A950-AF56AD7BCE18}" destId="{8503C30E-57F8-4FD9-B773-8A78E3A41C8A}" srcOrd="0" destOrd="0" presId="urn:microsoft.com/office/officeart/2005/8/layout/cycle3"/>
    <dgm:cxn modelId="{6155D85F-A7BC-4F05-88C4-E9745578270B}" srcId="{CF4D1BD5-5A6D-4BF9-A950-AF56AD7BCE18}" destId="{AD1A0F24-4774-466B-970E-F7A40BA2C8CB}" srcOrd="3" destOrd="0" parTransId="{78A51EE4-EF90-422C-9ED2-88964232B940}" sibTransId="{2F15E272-9026-4EE0-8A78-31E86FD80909}"/>
    <dgm:cxn modelId="{20FF3371-F714-43EE-B676-6C0D59B301E0}" type="presOf" srcId="{342B9F8D-6A43-45E6-9302-596C46D36394}" destId="{955992B9-1124-490A-BEBC-942E8103EA1D}" srcOrd="0" destOrd="0" presId="urn:microsoft.com/office/officeart/2005/8/layout/cycle3"/>
    <dgm:cxn modelId="{778C1875-75B7-4B48-B196-0D017077D560}" type="presOf" srcId="{AD1A0F24-4774-466B-970E-F7A40BA2C8CB}" destId="{00884E90-C766-4882-B77E-E9AFA57FA0FF}" srcOrd="0" destOrd="0" presId="urn:microsoft.com/office/officeart/2005/8/layout/cycle3"/>
    <dgm:cxn modelId="{3F4F7E76-5C51-42BA-A4C2-8A54F50031C4}" type="presOf" srcId="{5EF0B349-8CB0-4F21-BB57-9A6C05269754}" destId="{74F887BA-9C49-44B0-BD0E-045C0DB59A27}" srcOrd="0" destOrd="0" presId="urn:microsoft.com/office/officeart/2005/8/layout/cycle3"/>
    <dgm:cxn modelId="{F91758B4-B8E4-46DA-A070-8CCE41DB9399}" srcId="{CF4D1BD5-5A6D-4BF9-A950-AF56AD7BCE18}" destId="{9D9299F3-1D87-4400-A2CE-19F89C65AE37}" srcOrd="4" destOrd="0" parTransId="{44B912F0-03D3-4F0A-A18B-DEBCAABEF5F6}" sibTransId="{DA4FA022-414C-472C-95CD-85E30228FF9F}"/>
    <dgm:cxn modelId="{5DAA91F4-BC87-4483-BC41-28F7683706A2}" type="presOf" srcId="{9C156E73-BA21-40CF-BCAF-9334884901DA}" destId="{8CAA299D-682C-4705-B469-9873DF3F284C}" srcOrd="0" destOrd="0" presId="urn:microsoft.com/office/officeart/2005/8/layout/cycle3"/>
    <dgm:cxn modelId="{D81E1522-A6D8-4B36-B465-DFC04F2A16B2}" type="presParOf" srcId="{8503C30E-57F8-4FD9-B773-8A78E3A41C8A}" destId="{B7B30AB4-30F2-49BF-B06B-6409F3AEFE08}" srcOrd="0" destOrd="0" presId="urn:microsoft.com/office/officeart/2005/8/layout/cycle3"/>
    <dgm:cxn modelId="{0FA91F66-057E-4267-B59C-5F7F3646E1AF}" type="presParOf" srcId="{B7B30AB4-30F2-49BF-B06B-6409F3AEFE08}" destId="{8CAA299D-682C-4705-B469-9873DF3F284C}" srcOrd="0" destOrd="0" presId="urn:microsoft.com/office/officeart/2005/8/layout/cycle3"/>
    <dgm:cxn modelId="{C7FCA615-6C4B-48E2-B272-A43F2065441C}" type="presParOf" srcId="{B7B30AB4-30F2-49BF-B06B-6409F3AEFE08}" destId="{70C449D7-3047-4927-A267-24D5459F8764}" srcOrd="1" destOrd="0" presId="urn:microsoft.com/office/officeart/2005/8/layout/cycle3"/>
    <dgm:cxn modelId="{A81EED6B-0CDB-457C-A865-B2E6AB3A42BE}" type="presParOf" srcId="{B7B30AB4-30F2-49BF-B06B-6409F3AEFE08}" destId="{955992B9-1124-490A-BEBC-942E8103EA1D}" srcOrd="2" destOrd="0" presId="urn:microsoft.com/office/officeart/2005/8/layout/cycle3"/>
    <dgm:cxn modelId="{29891681-C3EF-49A4-90C1-FC30228F2FAC}" type="presParOf" srcId="{B7B30AB4-30F2-49BF-B06B-6409F3AEFE08}" destId="{21C67018-8477-48BC-AFF7-942B536B0F71}" srcOrd="3" destOrd="0" presId="urn:microsoft.com/office/officeart/2005/8/layout/cycle3"/>
    <dgm:cxn modelId="{4AF34A98-5A97-41F7-80E4-D377547762A4}" type="presParOf" srcId="{B7B30AB4-30F2-49BF-B06B-6409F3AEFE08}" destId="{00884E90-C766-4882-B77E-E9AFA57FA0FF}" srcOrd="4" destOrd="0" presId="urn:microsoft.com/office/officeart/2005/8/layout/cycle3"/>
    <dgm:cxn modelId="{95F5F377-F49C-4DE6-8C2E-7D52A68C32E0}" type="presParOf" srcId="{B7B30AB4-30F2-49BF-B06B-6409F3AEFE08}" destId="{97F94DB8-28D3-40F6-B21C-E564D46C2689}" srcOrd="5" destOrd="0" presId="urn:microsoft.com/office/officeart/2005/8/layout/cycle3"/>
    <dgm:cxn modelId="{0B3B9448-6E4C-4F40-8933-4C7BE001A560}" type="presParOf" srcId="{B7B30AB4-30F2-49BF-B06B-6409F3AEFE08}" destId="{74F887BA-9C49-44B0-BD0E-045C0DB59A27}" srcOrd="6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C449D7-3047-4927-A267-24D5459F8764}">
      <dsp:nvSpPr>
        <dsp:cNvPr id="0" name=""/>
        <dsp:cNvSpPr/>
      </dsp:nvSpPr>
      <dsp:spPr>
        <a:xfrm>
          <a:off x="710994" y="-6120"/>
          <a:ext cx="5170898" cy="5170898"/>
        </a:xfrm>
        <a:prstGeom prst="circularArrow">
          <a:avLst>
            <a:gd name="adj1" fmla="val 5274"/>
            <a:gd name="adj2" fmla="val 312630"/>
            <a:gd name="adj3" fmla="val 14253224"/>
            <a:gd name="adj4" fmla="val 17112350"/>
            <a:gd name="adj5" fmla="val 5477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AA299D-682C-4705-B469-9873DF3F284C}">
      <dsp:nvSpPr>
        <dsp:cNvPr id="0" name=""/>
        <dsp:cNvSpPr/>
      </dsp:nvSpPr>
      <dsp:spPr>
        <a:xfrm>
          <a:off x="2327469" y="647"/>
          <a:ext cx="1937948" cy="9689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randview Display"/>
            </a:rPr>
            <a:t>Data Discovery and Exploration</a:t>
          </a:r>
          <a:endParaRPr lang="en-US" sz="1900" kern="1200" dirty="0"/>
        </a:p>
      </dsp:txBody>
      <dsp:txXfrm>
        <a:off x="2374770" y="47948"/>
        <a:ext cx="1843346" cy="874372"/>
      </dsp:txXfrm>
    </dsp:sp>
    <dsp:sp modelId="{955992B9-1124-490A-BEBC-942E8103EA1D}">
      <dsp:nvSpPr>
        <dsp:cNvPr id="0" name=""/>
        <dsp:cNvSpPr/>
      </dsp:nvSpPr>
      <dsp:spPr>
        <a:xfrm>
          <a:off x="4144155" y="1049511"/>
          <a:ext cx="1937948" cy="9689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randview Display"/>
            </a:rPr>
            <a:t>Pre-Processing</a:t>
          </a:r>
          <a:endParaRPr lang="en-US" sz="1900" kern="1200" dirty="0"/>
        </a:p>
      </dsp:txBody>
      <dsp:txXfrm>
        <a:off x="4191456" y="1096812"/>
        <a:ext cx="1843346" cy="874372"/>
      </dsp:txXfrm>
    </dsp:sp>
    <dsp:sp modelId="{21C67018-8477-48BC-AFF7-942B536B0F71}">
      <dsp:nvSpPr>
        <dsp:cNvPr id="0" name=""/>
        <dsp:cNvSpPr/>
      </dsp:nvSpPr>
      <dsp:spPr>
        <a:xfrm>
          <a:off x="4144155" y="3147239"/>
          <a:ext cx="1937948" cy="9689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randview Display"/>
            </a:rPr>
            <a:t>Data Mining</a:t>
          </a:r>
          <a:endParaRPr lang="en-US" sz="1900" kern="1200" dirty="0"/>
        </a:p>
      </dsp:txBody>
      <dsp:txXfrm>
        <a:off x="4191456" y="3194540"/>
        <a:ext cx="1843346" cy="874372"/>
      </dsp:txXfrm>
    </dsp:sp>
    <dsp:sp modelId="{00884E90-C766-4882-B77E-E9AFA57FA0FF}">
      <dsp:nvSpPr>
        <dsp:cNvPr id="0" name=""/>
        <dsp:cNvSpPr/>
      </dsp:nvSpPr>
      <dsp:spPr>
        <a:xfrm>
          <a:off x="2327469" y="4196103"/>
          <a:ext cx="1937948" cy="9689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randview Display"/>
            </a:rPr>
            <a:t>Post-Processing</a:t>
          </a:r>
        </a:p>
      </dsp:txBody>
      <dsp:txXfrm>
        <a:off x="2374770" y="4243404"/>
        <a:ext cx="1843346" cy="874372"/>
      </dsp:txXfrm>
    </dsp:sp>
    <dsp:sp modelId="{97F94DB8-28D3-40F6-B21C-E564D46C2689}">
      <dsp:nvSpPr>
        <dsp:cNvPr id="0" name=""/>
        <dsp:cNvSpPr/>
      </dsp:nvSpPr>
      <dsp:spPr>
        <a:xfrm>
          <a:off x="510784" y="3147239"/>
          <a:ext cx="1937948" cy="9689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randview Display"/>
            </a:rPr>
            <a:t>Information Developement</a:t>
          </a:r>
          <a:endParaRPr lang="en-US" sz="1900" kern="1200" dirty="0"/>
        </a:p>
      </dsp:txBody>
      <dsp:txXfrm>
        <a:off x="558085" y="3194540"/>
        <a:ext cx="1843346" cy="874372"/>
      </dsp:txXfrm>
    </dsp:sp>
    <dsp:sp modelId="{74F887BA-9C49-44B0-BD0E-045C0DB59A27}">
      <dsp:nvSpPr>
        <dsp:cNvPr id="0" name=""/>
        <dsp:cNvSpPr/>
      </dsp:nvSpPr>
      <dsp:spPr>
        <a:xfrm>
          <a:off x="510784" y="1049511"/>
          <a:ext cx="1937948" cy="9689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Grandview Display"/>
            </a:rPr>
            <a:t>Outcome Communication</a:t>
          </a:r>
          <a:endParaRPr lang="en-US" sz="1900" kern="1200" dirty="0"/>
        </a:p>
      </dsp:txBody>
      <dsp:txXfrm>
        <a:off x="558085" y="1096812"/>
        <a:ext cx="1843346" cy="8743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41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598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72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33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89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457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02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0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18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17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080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02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en-US" sz="5800" dirty="0"/>
              <a:t>Data 340 Data Mining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37528" y="4759445"/>
            <a:ext cx="4308672" cy="1312024"/>
          </a:xfrm>
        </p:spPr>
        <p:txBody>
          <a:bodyPr anchor="t">
            <a:normAutofit/>
          </a:bodyPr>
          <a:lstStyle/>
          <a:p>
            <a:r>
              <a:rPr lang="en-US" dirty="0"/>
              <a:t>Profitability Analysis of Business Categories (2015–2025)</a:t>
            </a:r>
          </a:p>
        </p:txBody>
      </p:sp>
      <p:pic>
        <p:nvPicPr>
          <p:cNvPr id="4" name="Picture 3" descr="A colorful light bulb with business icons">
            <a:extLst>
              <a:ext uri="{FF2B5EF4-FFF2-40B4-BE49-F238E27FC236}">
                <a16:creationId xmlns:a16="http://schemas.microsoft.com/office/drawing/2014/main" id="{605D65AC-B075-01EE-ECED-3C437CA74F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78" r="15709" b="5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61CD608-B459-1E04-8D03-71F9E1DBA0EB}"/>
              </a:ext>
            </a:extLst>
          </p:cNvPr>
          <p:cNvSpPr txBox="1"/>
          <p:nvPr/>
        </p:nvSpPr>
        <p:spPr>
          <a:xfrm>
            <a:off x="9088172" y="5886803"/>
            <a:ext cx="370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dirty="0"/>
              <a:t>- Anoushka Gurung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B2F36-DE15-4197-58F1-92BADE905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Mining Methodology</a:t>
            </a:r>
            <a:endParaRPr lang="en-US" sz="24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32F201-C925-8A0B-447A-34BC116FD73A}"/>
              </a:ext>
            </a:extLst>
          </p:cNvPr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3605344851"/>
              </p:ext>
            </p:extLst>
          </p:nvPr>
        </p:nvGraphicFramePr>
        <p:xfrm>
          <a:off x="4937125" y="1033463"/>
          <a:ext cx="6592888" cy="5165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71" name="Text Placeholder 770">
            <a:extLst>
              <a:ext uri="{FF2B5EF4-FFF2-40B4-BE49-F238E27FC236}">
                <a16:creationId xmlns:a16="http://schemas.microsoft.com/office/drawing/2014/main" id="{F7DE59B9-3F75-E449-088F-159CD233D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Defined Question: Which categories and years drive the most profit?</a:t>
            </a:r>
          </a:p>
          <a:p>
            <a:endParaRPr lang="en-US" dirty="0"/>
          </a:p>
          <a:p>
            <a:r>
              <a:rPr lang="en-US" dirty="0"/>
              <a:t>Tools Used: Excel(PivotTables, ANOVA, Charts)</a:t>
            </a:r>
          </a:p>
          <a:p>
            <a:r>
              <a:rPr lang="en-US" dirty="0"/>
              <a:t>Approach: Data cleaning → Pivot analysis → Statistical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679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6E3ABE-A6B7-49DA-CEF2-C5DEC1D35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025" y="374072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Each Data Mining Journey is unique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221CF-F48D-642F-89F5-28ACB001EF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15150" y="2256287"/>
            <a:ext cx="4563618" cy="376045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Raw data was corrupted/incomplete → corrected profit values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Built yearly and category pivot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Totals initially mismatched → corrected for consistency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Content Placeholder 30">
            <a:extLst>
              <a:ext uri="{FF2B5EF4-FFF2-40B4-BE49-F238E27FC236}">
                <a16:creationId xmlns:a16="http://schemas.microsoft.com/office/drawing/2014/main" id="{8278E6BD-614A-99B9-8C24-39B9F951A2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6737124"/>
              </p:ext>
            </p:extLst>
          </p:nvPr>
        </p:nvGraphicFramePr>
        <p:xfrm>
          <a:off x="212725" y="1639888"/>
          <a:ext cx="6594474" cy="42481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81089">
                  <a:extLst>
                    <a:ext uri="{9D8B030D-6E8A-4147-A177-3AD203B41FA5}">
                      <a16:colId xmlns:a16="http://schemas.microsoft.com/office/drawing/2014/main" val="1807700341"/>
                    </a:ext>
                  </a:extLst>
                </a:gridCol>
                <a:gridCol w="5213385">
                  <a:extLst>
                    <a:ext uri="{9D8B030D-6E8A-4147-A177-3AD203B41FA5}">
                      <a16:colId xmlns:a16="http://schemas.microsoft.com/office/drawing/2014/main" val="314431468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effectLst/>
                          <a:latin typeface="Aptos Narrow" panose="020B0004020202020204" pitchFamily="34" charset="0"/>
                        </a:rPr>
                        <a:t>Data Discovery and Exploration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Specify the Question and scope the answer, Obtain the Data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59064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effectLst/>
                          <a:latin typeface="Aptos Narrow" panose="020B0004020202020204" pitchFamily="34" charset="0"/>
                        </a:rPr>
                        <a:t>Pre-Processing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Data Summaries (Categorical, Numeric),</a:t>
                      </a:r>
                      <a:br>
                        <a:rPr lang="en-US" sz="1100"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Identification and Summarization of Data Issues (Null, Missing, Corrutped values,etc.),</a:t>
                      </a:r>
                      <a:br>
                        <a:rPr lang="en-US" sz="1100"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Feature Selection,</a:t>
                      </a:r>
                      <a:br>
                        <a:rPr lang="en-US" sz="1100"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Dimensionality Reduction,</a:t>
                      </a:r>
                      <a:br>
                        <a:rPr lang="en-US" sz="1100"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Normalization,</a:t>
                      </a:r>
                      <a:br>
                        <a:rPr lang="en-US" sz="1100"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Data Subsetting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753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effectLst/>
                          <a:latin typeface="Aptos Narrow" panose="020B0004020202020204" pitchFamily="34" charset="0"/>
                        </a:rPr>
                        <a:t>Data Mining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Resolving Data Issues, Performing Analysis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72044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effectLst/>
                          <a:latin typeface="Aptos Narrow" panose="020B0004020202020204" pitchFamily="34" charset="0"/>
                        </a:rPr>
                        <a:t>Post-Processing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Statistical Testing, Significance Testing, Sampling of Instances,  Hypothesis Testing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52285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effectLst/>
                          <a:latin typeface="Aptos Narrow" panose="020B0004020202020204" pitchFamily="34" charset="0"/>
                        </a:rPr>
                        <a:t>Information Development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Analysis Outcomes, Data Review, Data Issue Summary,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42026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>
                          <a:effectLst/>
                          <a:latin typeface="Aptos Narrow" panose="020B0004020202020204" pitchFamily="34" charset="0"/>
                        </a:rPr>
                        <a:t>Outcome Communication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Aptos Narrow" panose="020B0004020202020204" pitchFamily="34" charset="0"/>
                        </a:rPr>
                        <a:t>Answering the Specific Questions, Report formation, and messaging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587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708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8BBE1-30F8-DB19-4D93-BE87ACA3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Discovery and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058BD-D263-8B92-FF9B-108F292FE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7 customer categories</a:t>
            </a:r>
          </a:p>
          <a:p>
            <a:r>
              <a:rPr lang="en-US" dirty="0"/>
              <a:t> Yearly profit data from 2015–2025</a:t>
            </a:r>
          </a:p>
          <a:p>
            <a:r>
              <a:rPr lang="en-US" dirty="0"/>
              <a:t> Corrected revenue, costs, profit fields</a:t>
            </a:r>
          </a:p>
          <a:p>
            <a:r>
              <a:rPr lang="en-US" dirty="0"/>
              <a:t> Transaction-level records for ANOVA analysis</a:t>
            </a:r>
          </a:p>
        </p:txBody>
      </p:sp>
    </p:spTree>
    <p:extLst>
      <p:ext uri="{BB962C8B-B14F-4D97-AF65-F5344CB8AC3E}">
        <p14:creationId xmlns:p14="http://schemas.microsoft.com/office/powerpoint/2010/main" val="3684791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42156-7530-5A1E-B7CB-6D49EFAF0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12D32-FE55-50E1-0E0F-CF676B98D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89B20-CE4A-4E76-CCF6-2193903C4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7430" y="2368311"/>
            <a:ext cx="6594490" cy="5166360"/>
          </a:xfrm>
        </p:spPr>
        <p:txBody>
          <a:bodyPr/>
          <a:lstStyle/>
          <a:p>
            <a:r>
              <a:rPr lang="en-US" dirty="0"/>
              <a:t> Removed missing/null profit values</a:t>
            </a:r>
          </a:p>
          <a:p>
            <a:r>
              <a:rPr lang="en-US" dirty="0"/>
              <a:t> Fixed corrupted entries</a:t>
            </a:r>
          </a:p>
          <a:p>
            <a:r>
              <a:rPr lang="en-US" dirty="0"/>
              <a:t> Standardized categories (7 groups)</a:t>
            </a:r>
          </a:p>
          <a:p>
            <a:r>
              <a:rPr lang="en-US" dirty="0"/>
              <a:t> Created corrected profit field</a:t>
            </a:r>
          </a:p>
        </p:txBody>
      </p:sp>
    </p:spTree>
    <p:extLst>
      <p:ext uri="{BB962C8B-B14F-4D97-AF65-F5344CB8AC3E}">
        <p14:creationId xmlns:p14="http://schemas.microsoft.com/office/powerpoint/2010/main" val="3638988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0FC5D-EE0A-B7F3-0646-9949B0E9A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C53C0-E0E7-D9DE-5461-6344B2D3B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38E79-4789-9EAF-BC81-AF54B9F0F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 chart: Profit by Year (2015–2025)</a:t>
            </a:r>
          </a:p>
          <a:p>
            <a:r>
              <a:rPr lang="en-US" dirty="0"/>
              <a:t>Bar chart: Profit by Customer Category</a:t>
            </a:r>
          </a:p>
          <a:p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6371200"/>
              </p:ext>
            </p:extLst>
          </p:nvPr>
        </p:nvGraphicFramePr>
        <p:xfrm>
          <a:off x="837305" y="2633577"/>
          <a:ext cx="4679815" cy="30723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0000000-0008-0000-0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5836443"/>
              </p:ext>
            </p:extLst>
          </p:nvPr>
        </p:nvGraphicFramePr>
        <p:xfrm>
          <a:off x="6320521" y="2731770"/>
          <a:ext cx="5034174" cy="38313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65078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6A1C3-B87A-2C89-3503-72FF128B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B17A9-4470-BD1A-EAB9-89038D421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4F990-2F67-FAB7-FD5D-6A7E8D6CB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7430" y="2097461"/>
            <a:ext cx="6594490" cy="5166360"/>
          </a:xfrm>
        </p:spPr>
        <p:txBody>
          <a:bodyPr/>
          <a:lstStyle/>
          <a:p>
            <a:r>
              <a:rPr lang="en-US" dirty="0"/>
              <a:t>ANOVA: Tested if profit differences between categories are significant</a:t>
            </a:r>
          </a:p>
          <a:p>
            <a:r>
              <a:rPr lang="en-US" dirty="0"/>
              <a:t> Result: p-value = 0.34 (&gt;0.05)</a:t>
            </a:r>
          </a:p>
          <a:p>
            <a:r>
              <a:rPr lang="en-US" dirty="0"/>
              <a:t>Interpretation: No statistically significant differences</a:t>
            </a:r>
          </a:p>
        </p:txBody>
      </p:sp>
    </p:spTree>
    <p:extLst>
      <p:ext uri="{BB962C8B-B14F-4D97-AF65-F5344CB8AC3E}">
        <p14:creationId xmlns:p14="http://schemas.microsoft.com/office/powerpoint/2010/main" val="1842864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0215B-1915-3305-2961-3252C692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0A821-6197-0D2F-6BC8-187CA770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5E1EC-2B3A-123D-E665-6A50DB6D4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7430" y="2254011"/>
            <a:ext cx="6594490" cy="5166360"/>
          </a:xfrm>
        </p:spPr>
        <p:txBody>
          <a:bodyPr/>
          <a:lstStyle/>
          <a:p>
            <a:r>
              <a:rPr lang="en-US" dirty="0"/>
              <a:t>Profit peaked in 2020, then declined</a:t>
            </a:r>
          </a:p>
          <a:p>
            <a:r>
              <a:rPr lang="en-US" dirty="0"/>
              <a:t>Creative &amp; Technology = highest profit</a:t>
            </a:r>
          </a:p>
          <a:p>
            <a:r>
              <a:rPr lang="en-US" dirty="0"/>
              <a:t>Healthcare &amp; Safety = lowest profit</a:t>
            </a:r>
          </a:p>
          <a:p>
            <a:r>
              <a:rPr lang="en-US" dirty="0"/>
              <a:t>Differences not statistically significant</a:t>
            </a:r>
          </a:p>
        </p:txBody>
      </p:sp>
    </p:spTree>
    <p:extLst>
      <p:ext uri="{BB962C8B-B14F-4D97-AF65-F5344CB8AC3E}">
        <p14:creationId xmlns:p14="http://schemas.microsoft.com/office/powerpoint/2010/main" val="577780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23BCD-5807-4907-BE38-9989D80E0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2FF5F-39E6-CABD-8616-9246629CB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23DDF-8149-CDC3-1DA8-8C72E6FC1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Profit grew until 2020, then fell</a:t>
            </a:r>
          </a:p>
          <a:p>
            <a:r>
              <a:rPr lang="en-US" dirty="0"/>
              <a:t>No category significantly outperformed others</a:t>
            </a:r>
          </a:p>
          <a:p>
            <a:r>
              <a:rPr lang="en-US" dirty="0"/>
              <a:t>Recommendation: Focus on balanced growth across categories</a:t>
            </a:r>
          </a:p>
          <a:p>
            <a:r>
              <a:rPr lang="en-US" dirty="0"/>
              <a:t>Investigate reasons for post-2020 decline</a:t>
            </a:r>
          </a:p>
        </p:txBody>
      </p:sp>
    </p:spTree>
    <p:extLst>
      <p:ext uri="{BB962C8B-B14F-4D97-AF65-F5344CB8AC3E}">
        <p14:creationId xmlns:p14="http://schemas.microsoft.com/office/powerpoint/2010/main" val="406423517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351</Words>
  <Application>Microsoft Macintosh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 Narrow</vt:lpstr>
      <vt:lpstr>Arial</vt:lpstr>
      <vt:lpstr>Grandview Display</vt:lpstr>
      <vt:lpstr>DashVTI</vt:lpstr>
      <vt:lpstr>Data 340 Data Mining</vt:lpstr>
      <vt:lpstr>Data Mining Methodology</vt:lpstr>
      <vt:lpstr>Each Data Mining Journey is unique</vt:lpstr>
      <vt:lpstr>Data Discovery and Exploration</vt:lpstr>
      <vt:lpstr>Pre-Processing</vt:lpstr>
      <vt:lpstr>Data Mining</vt:lpstr>
      <vt:lpstr>Post Processing</vt:lpstr>
      <vt:lpstr>Information Development</vt:lpstr>
      <vt:lpstr>Outcome Communication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Microsoft Office User</cp:lastModifiedBy>
  <cp:revision>159</cp:revision>
  <dcterms:created xsi:type="dcterms:W3CDTF">2025-09-08T23:58:59Z</dcterms:created>
  <dcterms:modified xsi:type="dcterms:W3CDTF">2025-09-30T01:01:36Z</dcterms:modified>
</cp:coreProperties>
</file>